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67" r:id="rId20"/>
    <p:sldId id="261" r:id="rId21"/>
    <p:sldId id="265" r:id="rId22"/>
    <p:sldId id="266" r:id="rId23"/>
    <p:sldId id="264" r:id="rId24"/>
    <p:sldId id="262" r:id="rId25"/>
    <p:sldId id="263" r:id="rId26"/>
    <p:sldId id="258" r:id="rId27"/>
    <p:sldId id="25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A7D08-7963-3C38-F1E2-64CA29C3E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00DBBE-6746-B209-0744-5D6BEBFADC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23EB2-FDA1-3833-2B29-A30D578D7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834E7-963F-4DC5-AACE-F5A092A7B136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A58AF-01CC-AF30-703D-A4729E9F8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4C1B1-F4C1-C6C8-731D-3FB9DDB6E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EDAEA-9292-4163-BE92-D42F8D427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606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6187A-FD96-10BC-BCEE-94D676CCA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A5D59-6C18-A0EB-6CEA-0F988603A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5B433-AF78-B97D-656A-8B2791CBE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834E7-963F-4DC5-AACE-F5A092A7B136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58EBA-B891-F7AF-C6EB-EC9D88D42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4BE18-DDD1-E654-5A35-5E9463A95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EDAEA-9292-4163-BE92-D42F8D427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8299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FDED7-E59F-66D5-6BE2-DA64CC893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53C03-030E-F486-F8D0-5F7CA5ADF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D5397-5029-0176-5D6E-5EBDC8655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834E7-963F-4DC5-AACE-F5A092A7B136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981BC-EB0C-52F0-4A44-A85A6890E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1AEB0-E67B-A05B-3AB9-838EFC75D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EDAEA-9292-4163-BE92-D42F8D427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893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0CF14-A48A-050A-CEE9-D4BE42C19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469A2-81BB-9A10-BD08-D06FA4E8C9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AB75ED-9DFC-4EEA-3216-06D61DCE34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0DE8A-DE36-D6D8-1E64-381DB64F9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834E7-963F-4DC5-AACE-F5A092A7B136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735A04-55FD-C5DD-DD6D-D4E76AA9B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CCF222-5FC6-4F7B-B138-62ED4C057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EDAEA-9292-4163-BE92-D42F8D427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611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1D11D-966C-2329-BA33-02D114854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0E151C-8CB4-7623-464E-F1B185996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683845-BE5D-D531-0817-D75CA2885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232143-6200-E3DE-90EA-F6C43D42C3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BE46C8-54BF-3A57-CCCF-494E9ED7F3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49BFC4-EA47-E46B-4356-8B64F9B82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834E7-963F-4DC5-AACE-F5A092A7B136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DF6EEB-867F-78CA-2530-FEAE67572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183B11-CB0A-A4D7-B260-D06A25099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EDAEA-9292-4163-BE92-D42F8D427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718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5A3DF-4763-4318-954F-34FE7392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9912EE-C9E3-69C2-C564-E80F86395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834E7-963F-4DC5-AACE-F5A092A7B136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014398-9BBA-AF04-9445-340BE654E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D59416-899C-0180-8E89-417D2B6D7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EDAEA-9292-4163-BE92-D42F8D427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390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293BB0-B0CF-DF6D-69BC-704867900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834E7-963F-4DC5-AACE-F5A092A7B136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C12255-71E1-1042-B01A-4127A6ADA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2F465-26BB-A9A2-F359-C3C93F768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EDAEA-9292-4163-BE92-D42F8D427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715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57DCF-DDC4-12A8-384A-39341DDB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DE341-BCEE-DD87-72A5-6D0899BD2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A3F1AB-AE17-C2A4-362E-AD38991D2A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7299E2-D985-F3E2-1261-C8B404EB7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834E7-963F-4DC5-AACE-F5A092A7B136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820D33-E246-CFAC-2923-D0FC674CD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D4B8B6-70DE-9B6E-B661-B26DCD5F1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EDAEA-9292-4163-BE92-D42F8D427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723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050A5-D736-E668-6AE1-18C86A4FC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813184-D719-955E-7262-BA133AAB1E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6874E8-ED52-2592-A448-668CA96AB7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D5BEC8-F656-E244-4871-12FCEE6DB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834E7-963F-4DC5-AACE-F5A092A7B136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DAB30-2BAF-C556-1B6B-B00C56AAD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94007-C7FB-F919-36B6-206F71B46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EDAEA-9292-4163-BE92-D42F8D427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984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120D1-AFB3-F1B3-B25C-232FEECB4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C1F59E-641A-099C-1D06-9F35BA20F9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00C44-42D0-BC68-A15B-FE14EEB64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834E7-963F-4DC5-AACE-F5A092A7B136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D37F5-87F8-01F0-5128-7D8F89DD0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A16A8-86D5-420B-57B0-87B6905C6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EDAEA-9292-4163-BE92-D42F8D427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216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BF07AB-A8C3-EB86-AC63-16765CF291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1237C7-469C-1B8E-98EF-27A40A9D83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842D3-044C-5CBD-926D-F73F59E94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834E7-963F-4DC5-AACE-F5A092A7B136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5ED03-393E-85AF-1A08-1A0C168F5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005EE-F8EE-118E-1C05-103690AA0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EDAEA-9292-4163-BE92-D42F8D427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4031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AC7CA3-C5B3-73A5-EBF6-473F7E191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E43FF4-7EC4-7D91-DA92-7158657DC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45B4B-613F-8DF1-0BFD-C923289203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3834E7-963F-4DC5-AACE-F5A092A7B136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B6CD3-AD47-3CC7-90EF-D5B853D89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A4035-3747-C391-512E-0EBC05FA38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EDAEA-9292-4163-BE92-D42F8D427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86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37990-A945-ACCE-8D3F-C88DB72616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DB5A94-08C4-966F-0C4D-776E162A54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8F2CDF-22F3-4C20-5568-6B808D12B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12" y="257175"/>
            <a:ext cx="11229975" cy="634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792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607B47-024D-16BD-BDF5-5033FE582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" y="109537"/>
            <a:ext cx="12087225" cy="663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690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06F521-00BE-D8B5-7EFA-76DC5FD80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" y="114300"/>
            <a:ext cx="12068175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637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7ACD9D-1556-E95B-83BD-97F6EF62F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109537"/>
            <a:ext cx="12058650" cy="663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066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98D75D-473E-8CA0-20CF-B1C0820AD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" y="95250"/>
            <a:ext cx="12087225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133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03E52D-3704-8CC6-31CF-1FB1B7BB7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" y="114300"/>
            <a:ext cx="12049125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882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CAE617-2491-9205-CB1A-65721F3E6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" y="123825"/>
            <a:ext cx="12077700" cy="661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89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266393-B10F-8965-0D21-DC9911F2F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" y="128587"/>
            <a:ext cx="12125325" cy="660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864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625998-379E-2EFD-40C2-1EB6B1490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" y="123825"/>
            <a:ext cx="12134850" cy="661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447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CA5B43-CC68-8FEF-A93A-9E9359A68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" y="123825"/>
            <a:ext cx="12011025" cy="661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501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9A47A5-584D-8399-9211-A11483209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" y="109537"/>
            <a:ext cx="12163425" cy="663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215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256FF5-B2C5-3F44-DBFE-6C6673C47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" y="90487"/>
            <a:ext cx="12125325" cy="667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01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B6A11A-3644-049C-5B9F-6B197A599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" y="123825"/>
            <a:ext cx="12125325" cy="661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09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0ACC55-A120-E7AA-B43E-3252E3988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100012"/>
            <a:ext cx="12115800" cy="665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296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3F921A-24C8-090A-7700-30ADFA6D4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95250"/>
            <a:ext cx="12106275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8688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7C4E8B-3850-4E9D-9A33-79A610673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" y="95250"/>
            <a:ext cx="12096750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765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238B2A-B535-7F86-AEF7-7637C3675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" y="100012"/>
            <a:ext cx="12077700" cy="665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796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863DAA-9F7A-0B4B-8A36-E728001EF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050"/>
            <a:ext cx="12192000" cy="6613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7993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17157B-B43A-7098-725F-BA0B7606B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" y="76200"/>
            <a:ext cx="12077700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5729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006BF0-465B-33E8-8731-05C05C7F8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" y="85725"/>
            <a:ext cx="12134850" cy="668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0809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48DF33-F7BC-AB3D-15AE-33486F100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" y="133350"/>
            <a:ext cx="12134850" cy="659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1094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1C173D-9F93-F74E-A850-63C3842EC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" y="114300"/>
            <a:ext cx="12096750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9314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0FA9B9-6A1B-905C-71C4-900043BD4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450"/>
            <a:ext cx="12192000" cy="651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0235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6509B8-A1CF-BDA5-99FE-223E6F2C4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" y="114300"/>
            <a:ext cx="12077700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9597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613343-F5FE-F4DF-4613-674D20250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109537"/>
            <a:ext cx="12106275" cy="663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6172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80696B-4DC0-AFBA-AC20-C51324748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" y="104775"/>
            <a:ext cx="12087225" cy="664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0863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2F7664-931D-4397-B697-3175315C4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" y="271462"/>
            <a:ext cx="11249025" cy="631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545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Office PowerPoint</Application>
  <PresentationFormat>Widescreen</PresentationFormat>
  <Paragraphs>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Ajay Anilkumar</dc:creator>
  <cp:lastModifiedBy>Ajay Anilkumar</cp:lastModifiedBy>
  <cp:revision>2</cp:revision>
  <dcterms:created xsi:type="dcterms:W3CDTF">2026-01-13T17:38:13Z</dcterms:created>
  <dcterms:modified xsi:type="dcterms:W3CDTF">2026-01-13T17:58:20Z</dcterms:modified>
</cp:coreProperties>
</file>